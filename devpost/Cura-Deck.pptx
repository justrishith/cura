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  <Relationship Id="rId8" Type="http://schemas.openxmlformats.org/officeDocument/2006/relationships/theme" Target="theme/theme1.xml"/>
  <Relationship Id="rId9" Type="http://schemas.openxmlformats.org/officeDocument/2006/relationships/presProps" Target="presProps.xml"/>
  <Relationship Id="rId10" Type="http://schemas.openxmlformats.org/officeDocument/2006/relationships/viewProps" Target="viewProps.xml"/>
  <Relationship Id="rId11" Type="http://schemas.openxmlformats.org/officeDocument/2006/relationships/tableStyles" Target="tableStyles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Cu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1.png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2.png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3.png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4.png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5.png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6.pn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" descr="Cura — Care between visits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2" descr="Doctor visits are monthly. Health problems are daily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3" descr="One call's worth of facts, three jobs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4" descr="These three frames are the whole pitch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5" descr="The model only proposes. The server enforces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6" descr="Everything runs free. Today, not in theory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ura">
  <a:themeElements>
    <a:clrScheme name="Cura">
      <a:dk1>
        <a:sysClr val="windowText" lastClr="000000"/>
      </a:dk1>
      <a:lt1>
        <a:sysClr val="window" lastClr="FFFFFF"/>
      </a:lt1>
      <a:dk2>
        <a:srgbClr val="29251D"/>
      </a:dk2>
      <a:lt2>
        <a:srgbClr val="F5EDDF"/>
      </a:lt2>
      <a:accent1>
        <a:srgbClr val="35422D"/>
      </a:accent1>
      <a:accent2>
        <a:srgbClr val="694737"/>
      </a:accent2>
      <a:accent3>
        <a:srgbClr val="AD7D62"/>
      </a:accent3>
      <a:accent4>
        <a:srgbClr val="B9B28B"/>
      </a:accent4>
      <a:accent5>
        <a:srgbClr val="9A3B26"/>
      </a:accent5>
      <a:accent6>
        <a:srgbClr val="3F5233"/>
      </a:accent6>
      <a:hlink>
        <a:srgbClr val="694737"/>
      </a:hlink>
      <a:folHlink>
        <a:srgbClr val="AD7D62"/>
      </a:folHlink>
    </a:clrScheme>
    <a:fontScheme name="Cura">
      <a:majorFont>
        <a:latin typeface="Source Serif 4"/>
        <a:ea typeface=""/>
        <a:cs typeface=""/>
      </a:majorFont>
      <a:minorFont>
        <a:latin typeface="Instrument Sans"/>
        <a:ea typeface=""/>
        <a:cs typeface=""/>
      </a:minorFont>
    </a:fontScheme>
    <a:fmtScheme name="Cur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Cura — Care between visits</dc:title>
  <dc:creator>Cura</dc:creator>
  <cp:lastModifiedBy>Cura</cp:lastModifiedBy>
  <dcterms:created xsi:type="dcterms:W3CDTF">2026-10-26T00:00:00Z</dcterms:created>
  <dcterms:modified xsi:type="dcterms:W3CDTF">2026-10-26T00:00:00Z</dcterms:modified>
</cp:coreProperties>
</file>